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5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DDAF7-463A-B22B-4FF6-480BBF5EBD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80AB8F-FB38-770D-45E2-2105957451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9B40CD-0C10-D147-35D2-D77B31475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626FE-AE5F-4131-9DF7-1E69DF889121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D5F144-79C3-855A-AC34-C5F0E0E5D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791ED3-0DA9-4AD2-1904-462AE4C5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AE741-DBE9-4DE6-9F95-1F41DE3DFA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83287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A1C3F-182E-7169-ADEE-D2A692E26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A2C098-9E54-BACB-6F24-2B5050069F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575CDC-BFF2-D1F4-1F0A-D7F5539F7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626FE-AE5F-4131-9DF7-1E69DF889121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F54071-CE74-7CBE-D03D-580CA8116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B9AF77-9DAE-314F-93EA-85AAE3D24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AE741-DBE9-4DE6-9F95-1F41DE3DFA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44708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2A05B-BC88-7DBC-D9B2-D93EDCD5CF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D4037A-A33E-AFBB-12A6-9B9E4A03BD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C6CA3-CF4A-1374-AC7B-036B206E9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626FE-AE5F-4131-9DF7-1E69DF889121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AF57DB-D6B4-66BB-3F1D-1B772447B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8CE378-26F8-559B-5C8C-11EBFCEB9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AE741-DBE9-4DE6-9F95-1F41DE3DFA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97126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F4789-7AAC-8A61-4287-C460B6336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27E4B3-AD0C-D4E3-DCC6-6E799FA4BD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46E4BC-CB68-3EB4-7669-F6DDADAAEC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0198D8-AA78-ACC3-C2DE-1BCCEF184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626FE-AE5F-4131-9DF7-1E69DF889121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C6FD2F-7993-B496-09AD-DC622AB0E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F203CE-8059-F75C-3B4E-C1940FD53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AE741-DBE9-4DE6-9F95-1F41DE3DFA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01370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B2B7A-66D6-F73D-AE13-B50B3C23A0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8EEDF2-4FD4-D4F2-736B-334F803EFA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3E59F7-268E-22BC-54B1-E26B570C5A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7CEE4F-EF2C-423D-57CB-3342EF2CB3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1068FC-6317-439F-0659-134D80F817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773378-123C-2D1F-D588-DD75474FA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626FE-AE5F-4131-9DF7-1E69DF889121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92F4BC-C0D6-B18F-E873-8DB57D502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40AA88-BF07-5426-8E8F-968FDDDDB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AE741-DBE9-4DE6-9F95-1F41DE3DFA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28177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9F3AF-A359-92DD-2DF8-2AC2B794F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88F76D-4E49-E844-44C2-BFB74DC0D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626FE-AE5F-4131-9DF7-1E69DF889121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BAA4AA-D7A1-4A3F-BF74-4D2D0F0A4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341432-8E0D-2E4C-6278-F3CAE469C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AE741-DBE9-4DE6-9F95-1F41DE3DFA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57345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0F44C0-1EDE-02F2-5190-36160B6B5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626FE-AE5F-4131-9DF7-1E69DF889121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5B5B42-3FD1-6257-3AA5-AC35B41DC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BD1A7E-1347-35CC-EF69-C2965201E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AE741-DBE9-4DE6-9F95-1F41DE3DFA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452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0C82A-B3AD-5EE6-3314-BF2B16B90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BA9B54-665A-4414-AC03-60BDA06174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9D8D1F-784D-8612-4D32-99D42F3E92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5409D8-DA6F-A77C-214C-074A8E325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626FE-AE5F-4131-9DF7-1E69DF889121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0B2EAB-308D-C5D4-3F2F-DECA8583B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20E24C-04DB-F151-829D-B91AD79D1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AE741-DBE9-4DE6-9F95-1F41DE3DFA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94293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E9CF6-3F93-590E-ACF7-AAEF80475B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7586AA-7124-2FA0-F59B-58AC9A0D89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DFE960-FCA1-0BFC-8DF7-4FB8E3EEE1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19FB16-A8F8-C2E3-0BCE-772418264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626FE-AE5F-4131-9DF7-1E69DF889121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BCCE5C-50F7-80D5-09A2-36279F582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C93C8C-62D4-7DB9-5532-D19988D80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AE741-DBE9-4DE6-9F95-1F41DE3DFA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88415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826A0-96F6-A8E3-BC39-F1D820733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27E205-8B34-A335-E2EF-DE1CAF7605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FDBD24-231D-02E2-1C24-601E233CD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626FE-AE5F-4131-9DF7-1E69DF889121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C18210-0F96-D0E3-A80B-F73BD331F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F86DD3-032B-681C-67D9-3169F11BF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AE741-DBE9-4DE6-9F95-1F41DE3DFA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635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922C42-9A40-550A-D504-B411A4A3A1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52B575-B13C-765F-07AC-D2DB418CBF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16120E-4284-80CD-C788-5FC442CC6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626FE-AE5F-4131-9DF7-1E69DF889121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BC7B31-C3D8-45FB-5AD4-C1407EE8B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6568BA-EB36-1C52-FED2-EAC12A524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AE741-DBE9-4DE6-9F95-1F41DE3DFA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2132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A6A1B3-B6EE-9F32-3B88-218C728FC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06C3E8-94C9-01ED-53C8-964E23FC72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6414C8-41D8-D4A6-8FE2-F5F6620ABA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0626FE-AE5F-4131-9DF7-1E69DF889121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BFB3D6-8040-F872-F072-799B8DE449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634954-462E-5180-D5E4-C26729EBF8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1AE741-DBE9-4DE6-9F95-1F41DE3DFA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2527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072A23A9-B3AA-D030-32D1-AF8822FD4F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74FB84A1-EDB9-4BE5-E1BA-15472A919830}"/>
              </a:ext>
            </a:extLst>
          </p:cNvPr>
          <p:cNvGrpSpPr/>
          <p:nvPr/>
        </p:nvGrpSpPr>
        <p:grpSpPr>
          <a:xfrm>
            <a:off x="2398491" y="1840375"/>
            <a:ext cx="7395017" cy="5386506"/>
            <a:chOff x="4274820" y="353313"/>
            <a:chExt cx="9601200" cy="685800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BEA39503-7713-9456-329E-B4E5747AA79E}"/>
                </a:ext>
              </a:extLst>
            </p:cNvPr>
            <p:cNvGrpSpPr/>
            <p:nvPr/>
          </p:nvGrpSpPr>
          <p:grpSpPr>
            <a:xfrm>
              <a:off x="4274820" y="353313"/>
              <a:ext cx="6431280" cy="6858000"/>
              <a:chOff x="7063740" y="1056132"/>
              <a:chExt cx="6858000" cy="6858000"/>
            </a:xfrm>
          </p:grpSpPr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D7CB64BD-5A8F-FE48-61BF-555CDAC484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5861" b="89976" l="9984" r="89976">
                            <a14:foregroundMark x1="50808" y1="12611" x2="53193" y2="11156"/>
                            <a14:foregroundMark x1="35853" y1="7357" x2="37106" y2="7235"/>
                            <a14:backgroundMark x1="38238" y1="24778" x2="58529" y2="70534"/>
                            <a14:backgroundMark x1="58529" y1="70534" x2="66047" y2="24576"/>
                            <a14:backgroundMark x1="66047" y1="24576" x2="65198" y2="16451"/>
                            <a14:backgroundMark x1="65198" y1="16451" x2="65198" y2="16451"/>
                            <a14:backgroundMark x1="58529" y1="29345" x2="36580" y2="29669"/>
                            <a14:backgroundMark x1="33468" y1="16774" x2="36338" y2="60873"/>
                            <a14:backgroundMark x1="36338" y1="60873" x2="40299" y2="74131"/>
                            <a14:backgroundMark x1="40299" y1="74131" x2="67785" y2="78618"/>
                            <a14:backgroundMark x1="67785" y1="78618" x2="62530" y2="24778"/>
                            <a14:backgroundMark x1="53638" y1="23565" x2="43007" y2="17098"/>
                            <a14:backgroundMark x1="43007" y1="17098" x2="43735" y2="9984"/>
                            <a14:backgroundMark x1="43735" y1="9984" x2="44139" y2="9822"/>
                            <a14:backgroundMark x1="53193" y1="9378" x2="53193" y2="9378"/>
                            <a14:backgroundMark x1="43250" y1="8610" x2="43250" y2="8610"/>
                            <a14:backgroundMark x1="48019" y1="9054" x2="48019" y2="9054"/>
                            <a14:backgroundMark x1="51536" y1="9054" x2="47575" y2="9378"/>
                            <a14:backgroundMark x1="49475" y1="9216" x2="43694" y2="9499"/>
                            <a14:backgroundMark x1="41350" y1="9054" x2="43856" y2="8327"/>
                            <a14:backgroundMark x1="48464" y1="8610" x2="48464" y2="8610"/>
                            <a14:backgroundMark x1="50162" y1="8529" x2="49798" y2="8529"/>
                            <a14:backgroundMark x1="48060" y1="8569" x2="44260" y2="8650"/>
                            <a14:backgroundMark x1="50647" y1="8488" x2="50000" y2="8407"/>
                            <a14:backgroundMark x1="51334" y1="8286" x2="48019" y2="8529"/>
                            <a14:backgroundMark x1="52506" y1="8367" x2="51738" y2="8367"/>
                            <a14:backgroundMark x1="35166" y1="5901" x2="33670" y2="5901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063740" y="1056132"/>
                <a:ext cx="6858000" cy="6858000"/>
              </a:xfrm>
              <a:prstGeom prst="rect">
                <a:avLst/>
              </a:prstGeom>
            </p:spPr>
          </p:pic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CD8E9B18-FB69-0AFA-C17F-A86B2EEDC5E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6839"/>
              <a:stretch>
                <a:fillRect/>
              </a:stretch>
            </p:blipFill>
            <p:spPr>
              <a:xfrm>
                <a:off x="9091400" y="1568996"/>
                <a:ext cx="2805960" cy="5341074"/>
              </a:xfrm>
              <a:prstGeom prst="roundRect">
                <a:avLst>
                  <a:gd name="adj" fmla="val 16667"/>
                </a:avLst>
              </a:prstGeom>
              <a:ln>
                <a:noFill/>
              </a:ln>
              <a:effectLst>
                <a:outerShdw blurRad="76200" dist="38100" dir="7800000" algn="tl" rotWithShape="0">
                  <a:srgbClr val="000000">
                    <a:alpha val="40000"/>
                  </a:srgbClr>
                </a:outerShdw>
              </a:effectLst>
              <a:scene3d>
                <a:camera prst="orthographicFront"/>
                <a:lightRig rig="contrasting" dir="t">
                  <a:rot lat="0" lon="0" rev="4200000"/>
                </a:lightRig>
              </a:scene3d>
              <a:sp3d prstMaterial="plastic">
                <a:bevelT w="381000" h="114300" prst="relaxedInset"/>
                <a:contourClr>
                  <a:srgbClr val="969696"/>
                </a:contourClr>
              </a:sp3d>
            </p:spPr>
          </p:pic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164371F5-AAB2-3824-87D4-11C6681B19D2}"/>
                </a:ext>
              </a:extLst>
            </p:cNvPr>
            <p:cNvGrpSpPr/>
            <p:nvPr/>
          </p:nvGrpSpPr>
          <p:grpSpPr>
            <a:xfrm>
              <a:off x="7444740" y="353313"/>
              <a:ext cx="6431280" cy="6858000"/>
              <a:chOff x="7444740" y="353313"/>
              <a:chExt cx="6431280" cy="6858000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C8906D12-26A4-344C-C635-52EDE45BFD3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5861" b="89976" l="9984" r="89976">
                            <a14:foregroundMark x1="50808" y1="12611" x2="53193" y2="11156"/>
                            <a14:foregroundMark x1="35853" y1="7357" x2="37106" y2="7235"/>
                            <a14:backgroundMark x1="38238" y1="24778" x2="58529" y2="70534"/>
                            <a14:backgroundMark x1="58529" y1="70534" x2="66047" y2="24576"/>
                            <a14:backgroundMark x1="66047" y1="24576" x2="65198" y2="16451"/>
                            <a14:backgroundMark x1="65198" y1="16451" x2="65198" y2="16451"/>
                            <a14:backgroundMark x1="58529" y1="29345" x2="36580" y2="29669"/>
                            <a14:backgroundMark x1="33468" y1="16774" x2="36338" y2="60873"/>
                            <a14:backgroundMark x1="36338" y1="60873" x2="40299" y2="74131"/>
                            <a14:backgroundMark x1="40299" y1="74131" x2="67785" y2="78618"/>
                            <a14:backgroundMark x1="67785" y1="78618" x2="62530" y2="24778"/>
                            <a14:backgroundMark x1="53638" y1="23565" x2="43007" y2="17098"/>
                            <a14:backgroundMark x1="43007" y1="17098" x2="43735" y2="9984"/>
                            <a14:backgroundMark x1="43735" y1="9984" x2="44139" y2="9822"/>
                            <a14:backgroundMark x1="53193" y1="9378" x2="53193" y2="9378"/>
                            <a14:backgroundMark x1="43250" y1="8610" x2="43250" y2="8610"/>
                            <a14:backgroundMark x1="48019" y1="9054" x2="48019" y2="9054"/>
                            <a14:backgroundMark x1="51536" y1="9054" x2="47575" y2="9378"/>
                            <a14:backgroundMark x1="49475" y1="9216" x2="43694" y2="9499"/>
                            <a14:backgroundMark x1="41350" y1="9054" x2="43856" y2="8327"/>
                            <a14:backgroundMark x1="48464" y1="8610" x2="48464" y2="8610"/>
                            <a14:backgroundMark x1="50162" y1="8529" x2="49798" y2="8529"/>
                            <a14:backgroundMark x1="48060" y1="8569" x2="44260" y2="8650"/>
                            <a14:backgroundMark x1="50647" y1="8488" x2="50000" y2="8407"/>
                            <a14:backgroundMark x1="51334" y1="8286" x2="48019" y2="8529"/>
                            <a14:backgroundMark x1="52506" y1="8367" x2="51738" y2="8367"/>
                            <a14:backgroundMark x1="35166" y1="5901" x2="33670" y2="5901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444740" y="353313"/>
                <a:ext cx="6431280" cy="6858000"/>
              </a:xfrm>
              <a:prstGeom prst="rect">
                <a:avLst/>
              </a:prstGeom>
            </p:spPr>
          </p:pic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22DA93C4-8A2D-6DC6-D730-6947FBC01F4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1925"/>
              <a:stretch>
                <a:fillRect/>
              </a:stretch>
            </p:blipFill>
            <p:spPr>
              <a:xfrm>
                <a:off x="9296920" y="866178"/>
                <a:ext cx="2728895" cy="5341073"/>
              </a:xfrm>
              <a:prstGeom prst="roundRect">
                <a:avLst>
                  <a:gd name="adj" fmla="val 16667"/>
                </a:avLst>
              </a:prstGeom>
              <a:ln>
                <a:noFill/>
              </a:ln>
              <a:effectLst>
                <a:outerShdw blurRad="76200" dist="38100" dir="7800000" algn="tl" rotWithShape="0">
                  <a:srgbClr val="000000">
                    <a:alpha val="40000"/>
                  </a:srgbClr>
                </a:outerShdw>
              </a:effectLst>
              <a:scene3d>
                <a:camera prst="orthographicFront"/>
                <a:lightRig rig="contrasting" dir="t">
                  <a:rot lat="0" lon="0" rev="4200000"/>
                </a:lightRig>
              </a:scene3d>
              <a:sp3d prstMaterial="plastic">
                <a:bevelT w="381000" h="114300" prst="relaxedInset"/>
                <a:contourClr>
                  <a:srgbClr val="969696"/>
                </a:contourClr>
              </a:sp3d>
            </p:spPr>
          </p:pic>
        </p:grp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8312FA59-8BB4-EB2D-4EE6-DAC7C59F407A}"/>
              </a:ext>
            </a:extLst>
          </p:cNvPr>
          <p:cNvSpPr txBox="1"/>
          <p:nvPr/>
        </p:nvSpPr>
        <p:spPr>
          <a:xfrm>
            <a:off x="713774" y="-3"/>
            <a:ext cx="10972800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500" b="1" spc="600" dirty="0">
                <a:gradFill>
                  <a:gsLst>
                    <a:gs pos="0">
                      <a:schemeClr val="accent2"/>
                    </a:gs>
                    <a:gs pos="100000">
                      <a:srgbClr val="00B0F0"/>
                    </a:gs>
                    <a:gs pos="51000">
                      <a:schemeClr val="bg1"/>
                    </a:gs>
                  </a:gsLst>
                  <a:lin ang="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  <a:latin typeface="Berlin Sans FB Demi" panose="020E0802020502020306" pitchFamily="34" charset="0"/>
              </a:rPr>
              <a:t>D  E  M  O</a:t>
            </a:r>
            <a:endParaRPr lang="en-IN" sz="11500" b="1" spc="600" dirty="0">
              <a:gradFill>
                <a:gsLst>
                  <a:gs pos="0">
                    <a:schemeClr val="accent2"/>
                  </a:gs>
                  <a:gs pos="100000">
                    <a:srgbClr val="00B0F0"/>
                  </a:gs>
                  <a:gs pos="51000">
                    <a:schemeClr val="bg1"/>
                  </a:gs>
                </a:gsLst>
                <a:lin ang="0" scaled="1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  <a:reflection blurRad="6350" stA="55000" endA="300" endPos="45500" dir="5400000" sy="-100000" algn="bl" rotWithShape="0"/>
              </a:effectLst>
              <a:latin typeface="Berlin Sans FB Demi" panose="020E0802020502020306" pitchFamily="34" charset="0"/>
            </a:endParaRPr>
          </a:p>
        </p:txBody>
      </p:sp>
      <p:pic>
        <p:nvPicPr>
          <p:cNvPr id="13" name="Graphic 12" descr="Back with solid fill">
            <a:extLst>
              <a:ext uri="{FF2B5EF4-FFF2-40B4-BE49-F238E27FC236}">
                <a16:creationId xmlns:a16="http://schemas.microsoft.com/office/drawing/2014/main" id="{066F2DF3-1048-C42B-FDC0-2B0AE5CCD16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2001009" y="4326101"/>
            <a:ext cx="1862047" cy="1862047"/>
          </a:xfrm>
          <a:prstGeom prst="rect">
            <a:avLst/>
          </a:prstGeom>
        </p:spPr>
      </p:pic>
      <p:pic>
        <p:nvPicPr>
          <p:cNvPr id="14" name="Graphic 13" descr="Back with solid fill">
            <a:extLst>
              <a:ext uri="{FF2B5EF4-FFF2-40B4-BE49-F238E27FC236}">
                <a16:creationId xmlns:a16="http://schemas.microsoft.com/office/drawing/2014/main" id="{BC716CCB-D35A-9BBC-6EF4-6C6DD1788C2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H="1" flipV="1">
            <a:off x="8308281" y="4340726"/>
            <a:ext cx="1862047" cy="186204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A3C645A-6189-F9DD-B6CE-C69B188D85F2}"/>
              </a:ext>
            </a:extLst>
          </p:cNvPr>
          <p:cNvSpPr txBox="1"/>
          <p:nvPr/>
        </p:nvSpPr>
        <p:spPr>
          <a:xfrm>
            <a:off x="505426" y="3961439"/>
            <a:ext cx="30827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INPUT</a:t>
            </a:r>
            <a:endParaRPr lang="en-IN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E7AC62C-A2EC-BF91-DF85-5FB554F649BA}"/>
              </a:ext>
            </a:extLst>
          </p:cNvPr>
          <p:cNvSpPr txBox="1"/>
          <p:nvPr/>
        </p:nvSpPr>
        <p:spPr>
          <a:xfrm>
            <a:off x="8514444" y="3505077"/>
            <a:ext cx="308272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ASSESSMENT RESULTS</a:t>
            </a:r>
            <a:endParaRPr lang="en-IN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5109592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Berlin Sans FB Demi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Korounganba Thokchom</dc:creator>
  <cp:lastModifiedBy>Korounganba Thokchom</cp:lastModifiedBy>
  <cp:revision>1</cp:revision>
  <dcterms:created xsi:type="dcterms:W3CDTF">2026-01-16T08:13:04Z</dcterms:created>
  <dcterms:modified xsi:type="dcterms:W3CDTF">2026-01-16T08:13:11Z</dcterms:modified>
</cp:coreProperties>
</file>